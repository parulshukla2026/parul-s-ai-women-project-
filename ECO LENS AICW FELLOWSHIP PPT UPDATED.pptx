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39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ulshukla2026/Parul-s-AI-Women-Project-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parulshukla2026/Parul-s-AI-Women-Project-/blob/main/EchoLens_Video_Clean.mp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arulshukla2026/Parul-s-AI-Women-Project-" TargetMode="External"/><Relationship Id="rId4" Type="http://schemas.openxmlformats.org/officeDocument/2006/relationships/hyperlink" Target="https://drive.google.com/file/d/1oNIbhzxQGFHrVpY6TZwoIoAdxsXoyZxV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042882"/>
          </a:solidFill>
          <a:ln w="12700">
            <a:solidFill>
              <a:srgbClr val="0428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1845"/>
          </a:solidFill>
          <a:ln w="12700">
            <a:solidFill>
              <a:srgbClr val="001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0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54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0" y="2468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CAREERS FOR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8961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743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FELLOWSHIP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4767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3225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ECHOLENS: AI-POWERED FACULTY FEEDBACK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ACCELERATED ACADEMIC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663440" cy="0"/>
          </a:xfrm>
          <a:prstGeom prst="line">
            <a:avLst/>
          </a:prstGeom>
          <a:noFill/>
          <a:ln w="19050">
            <a:solidFill>
              <a:srgbClr val="2A8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[UMASHREE]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33467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 Name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745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Shukla 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IN" sz="800" dirty="0">
                <a:solidFill>
                  <a:schemeClr val="bg1"/>
                </a:solidFill>
              </a:rPr>
              <a:t>parul.shukla@marwadieducation.edu.in]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4133088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88536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5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443984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4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99432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29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754880"/>
            <a:ext cx="1828800" cy="0"/>
          </a:xfrm>
          <a:prstGeom prst="line">
            <a:avLst/>
          </a:prstGeom>
          <a:noFill/>
          <a:ln w="15240">
            <a:solidFill>
              <a:srgbClr val="2A83D0">
                <a:alpha val="1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005840"/>
            <a:ext cx="2194560" cy="2194560"/>
          </a:xfrm>
          <a:prstGeom prst="ellipse">
            <a:avLst/>
          </a:prstGeom>
          <a:solidFill>
            <a:srgbClr val="0D358D">
              <a:alpha val="70000"/>
            </a:srgbClr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554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594360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Law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47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54864" cy="3657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822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⚙️</a:t>
            </a:r>
            <a:endParaRPr lang="en-US" sz="9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pipeline converting raw student feedback into faculty-specific, action-ready insights within 48 hours – vs 12–15 working days manually.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623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of qualitative feedback goes unanalysed. QA teams lose 40–50% of working hours each semester to manual comment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71576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72491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 Excel, Power BI and Microsoft Copilot – entirely low-code so non-STEM faculty can operate it without specialist training.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93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Impact: 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turnaround · ~70% less manual effort · ~60% more actionable themes · 100% audit-ready and NAAC / NBA traceable.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2011680" cy="2011680"/>
          </a:xfrm>
          <a:prstGeom prst="ellipse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2194560" cy="15087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Law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Issues Hindering Effective Academic Feedback Intelligence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Efficiency – QA coordinators lose 40–50% of working hours to manually reading, categorising and summarising open-ended comments each semester.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Faculty Productivity – Corrective teaching insights arrive 12–15 working days after collection, too late to benefit the cohort that raised the concern.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5117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Evidence Verification – Institutions struggle to link improvement actions to source feedback rows during NAAC / NBA accreditation audits.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54864" cy="457200"/>
          </a:xfrm>
          <a:prstGeom prst="rect">
            <a:avLst/>
          </a:prstGeom>
          <a:solidFill>
            <a:srgbClr val="2A83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1868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Gap – Excel cannot extract sentiment; standalone NLP tools require coding skills most non-STEM faculty do not have.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2A83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Breadth – Impacts faculty, HoDs, QA coordinators, IQAC, Deans and 500+ students each semester.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005840"/>
            <a:ext cx="1783080" cy="1783080"/>
          </a:xfrm>
          <a:prstGeom prst="ellipse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3716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⚠️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of the 3-Layer Low-Code Pipeline Include :-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52728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4358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 (Excel + Power Query)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Auto-anonymise PII, normalise 1–5 ratings, remove duplicates, run schema checks on raw CSV feedback.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488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 (Microsoft Copilot / AI Chatbot)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68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sentiment tagging, theme extraction across 6 categories, per-faculty teaching-improvement 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26664"/>
            <a:ext cx="384048" cy="384048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358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&amp; Decide  (Power BI Dashboard)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55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sentiment trends, theme frequency charts, faculty drill-down — every insight tile traceable to source rows.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1005840"/>
            <a:ext cx="2075688" cy="3749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05156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48272" y="160020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48272" y="1920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→ 2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48272" y="240487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48272" y="272491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8272" y="320954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48272" y="352958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Insights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Course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48272" y="401421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48272" y="433425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206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420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920240" cy="3246120"/>
          </a:xfrm>
          <a:prstGeom prst="rect">
            <a:avLst/>
          </a:prstGeom>
          <a:solidFill>
            <a:srgbClr val="E8F4FD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Data 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/ LMS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CSV export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Ratings 1–5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comments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960120"/>
            <a:ext cx="1920240" cy="324612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Cleaning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9631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 Query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9631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De-duplicate rows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9631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Anonymise PII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9631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Normalise ratings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1920240" cy="3246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4515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tagging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 extraction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960120"/>
            <a:ext cx="192024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960120"/>
            <a:ext cx="192024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978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93992" y="1344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3992" y="1664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cards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93992" y="19568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charts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9399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Faculty drill-down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8549640" cy="475488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34256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Storage: OneDrive / SharePoint — Version-controlled, access-restricted, audit-ready    |    📄  Output: Word + PDF per-faculty action reports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Repository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files, datasets, prompt library, workbook and presentation hosted 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>
            <a:hlinkClick r:id="rId3"/>
          </p:cNvPr>
          <p:cNvSpPr/>
          <p:nvPr/>
        </p:nvSpPr>
        <p:spPr>
          <a:xfrm>
            <a:off x="402336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https://github.com/parulshukla2026/Parul-s-AI-Women-Project-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95528" y="2743200"/>
            <a:ext cx="1645920" cy="1645920"/>
          </a:xfrm>
          <a:prstGeom prst="rect">
            <a:avLst/>
          </a:prstGeom>
          <a:solidFill>
            <a:srgbClr val="D1D5D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QR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63824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walkthrough: raw CSV → cleaned data → Copilot insights → Power BI dashboard.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5264" y="2286000"/>
            <a:ext cx="246888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r>
              <a:rPr lang="en-IN" dirty="0">
                <a:hlinkClick r:id="rId4"/>
              </a:rPr>
              <a:t>https://github.com/parulshukla2026/Parul-s-AI-Women-Project-/blob/main/EchoLens_Video_Clean.mp4</a:t>
            </a:r>
            <a:endParaRPr lang="en-IN" dirty="0"/>
          </a:p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273552" y="23042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66744" y="2788920"/>
            <a:ext cx="1645920" cy="1600200"/>
          </a:xfrm>
          <a:prstGeom prst="rect">
            <a:avLst/>
          </a:prstGeom>
          <a:solidFill>
            <a:srgbClr val="1F293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035040" y="1216152"/>
            <a:ext cx="2651760" cy="4114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Screenshots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627632"/>
            <a:ext cx="2651760" cy="310896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 cleaned Excel workbook and AI-generated per-faculty action report.</a:t>
            </a:r>
            <a:endParaRPr lang="en-US" sz="950" dirty="0"/>
          </a:p>
        </p:txBody>
      </p:sp>
      <p:pic>
        <p:nvPicPr>
          <p:cNvPr id="27" name="Image 0" descr="/home/claude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286000"/>
            <a:ext cx="2468880" cy="21031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 Demo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0292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371600"/>
            <a:ext cx="3108960" cy="2194560"/>
          </a:xfrm>
          <a:prstGeom prst="rect">
            <a:avLst/>
          </a:prstGeom>
          <a:solidFill>
            <a:srgbClr val="1F2937"/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554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669280" y="2834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raw CSV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→ Copilot insights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 BI dashboard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3520440"/>
            <a:ext cx="3108960" cy="292608"/>
          </a:xfrm>
          <a:prstGeom prst="rect">
            <a:avLst/>
          </a:prstGeom>
          <a:solidFill>
            <a:srgbClr val="0D358D"/>
          </a:solidFill>
          <a:ln w="12700">
            <a:solidFill>
              <a:srgbClr val="0D358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6035040" y="35063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hlinkClick r:id="rId4"/>
              </a:rPr>
              <a:t>https://drive.google.com/file/d/1oNIbhzxQGFHrVpY6TZwoIoAdxsXoyZxV/view?usp=sharing</a:t>
            </a:r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0" y="3913632"/>
            <a:ext cx="310896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>
            <a:hlinkClick r:id="rId5"/>
          </p:cNvPr>
          <p:cNvSpPr/>
          <p:nvPr/>
        </p:nvSpPr>
        <p:spPr>
          <a:xfrm>
            <a:off x="5687568" y="39319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https://github.com/parulshukla2026/Parul-s-AI-Women-Project-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 Dashboard — Key Features</a:t>
            </a:r>
            <a:endParaRPr lang="en-US" sz="20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303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005840"/>
            <a:ext cx="301752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078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 Cards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· 100% traceable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9202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993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Sentiment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834640"/>
            <a:ext cx="301752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9077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Course-Level Summary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law courses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749040"/>
            <a:ext cx="301752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3822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Semester Trend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2025 → Spring 2026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&amp; Workbook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synthetic responses  ·  6 law courses  ·  8 faculty members  ·  2 semesters (Autumn 2025 &amp; Spring 2026)  ·  Realistic data-quality issues included.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8503920" cy="27980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feedback row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 2025 / Spring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code (F-A01 … F-A08)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rating_teaching / content /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Likert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 free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Neutral / Negative — AI tagged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/ Pacing / Assessment / Accessibility…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avg_rating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three rating 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Excel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EchoLens converts unused qualitative feedback into a decision-ready pipeline that scales across departments and semesters. All AICW Fellowship objectives have been met.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91056"/>
            <a:ext cx="19202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→ 2 days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91056"/>
            <a:ext cx="1920240" cy="1097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91056"/>
            <a:ext cx="192024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Actionable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per Course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591056"/>
            <a:ext cx="1920240" cy="1234440"/>
          </a:xfrm>
          <a:prstGeom prst="rect">
            <a:avLst/>
          </a:prstGeom>
          <a:solidFill>
            <a:srgbClr val="EEF2FA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591056"/>
            <a:ext cx="1920240" cy="10972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719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980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QA capacity can be redirected to curriculum design, faculty development and audit preparation.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56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Within-semester intervention is possible because insights arrive before course completion.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182880" cy="182880"/>
          </a:xfrm>
          <a:prstGeom prst="ellipse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evidence (NAAC / NBA) is generated as a by-product, not a separate project.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1005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2194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 (3–6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Google Form / LMS API integration to remove manual CSV export step.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support for Hindi, Gujarati and other regional languages.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54864" cy="105156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 (6–12 months)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early-warning model flagging at-risk courses mid-semester.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NAAC / NBA evidence pack for each accreditation cycle.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95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(1 year+)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Institution-wide rollout with role-based Power BI workspaces for HoDs, Deans and IQAC.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Benchmarking layer to compare departments anonymously across the university.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🧠</a:t>
            </a:r>
            <a:endParaRPr lang="en-US" sz="80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2194560" cy="548640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723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prototype → institution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5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2468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Faculty Project Presentation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  | 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1638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3434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📢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1103</Words>
  <Application>Microsoft Office PowerPoint</Application>
  <PresentationFormat>On-screen Show (16:9)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EchoLens – AI-Powered Faculty Feedback Intelligence</dc:title>
  <dc:subject>PptxGenJS Presentation</dc:subject>
  <dc:creator>PptxGenJS</dc:creator>
  <cp:lastModifiedBy>Parul Shukla</cp:lastModifiedBy>
  <cp:revision>3</cp:revision>
  <dcterms:created xsi:type="dcterms:W3CDTF">2026-05-03T11:36:17Z</dcterms:created>
  <dcterms:modified xsi:type="dcterms:W3CDTF">2026-05-03T12:47:14Z</dcterms:modified>
</cp:coreProperties>
</file>