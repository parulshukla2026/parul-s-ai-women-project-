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2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3395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rulshukla2026/Parul-s-AI-Women-Project-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parulshukla2026/Parul-s-AI-Women-Project-" TargetMode="External"/><Relationship Id="rId4" Type="http://schemas.openxmlformats.org/officeDocument/2006/relationships/hyperlink" Target="https://drive.google.com/file/d/1oNIbhzxQGFHrVpY6TZwoIoAdxsXoyZxV/view?usp=sharing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0"/>
            <a:ext cx="3931920" cy="5143500"/>
          </a:xfrm>
          <a:prstGeom prst="rect">
            <a:avLst/>
          </a:prstGeom>
          <a:solidFill>
            <a:srgbClr val="042882"/>
          </a:solidFill>
          <a:ln w="12700">
            <a:solidFill>
              <a:srgbClr val="0428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1845"/>
          </a:solidFill>
          <a:ln w="12700">
            <a:solidFill>
              <a:srgbClr val="0018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91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04672" y="100584"/>
            <a:ext cx="256032" cy="256032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00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0" y="548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589520" y="24688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4320" y="5943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CAREERS FOR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896112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274320" y="1600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FELLOWSHIP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947672"/>
            <a:ext cx="4114800" cy="283464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47672"/>
            <a:ext cx="4114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E S E N T A T I O N   2 0 2 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3225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ECHOLENS: AI-POWERED FACULTY FEEDBACK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FOR ACCELERATED ACADEMIC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255264"/>
            <a:ext cx="4663440" cy="0"/>
          </a:xfrm>
          <a:prstGeom prst="line">
            <a:avLst/>
          </a:prstGeom>
          <a:noFill/>
          <a:ln w="19050">
            <a:solidFill>
              <a:srgbClr val="2A83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346704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Name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74320" y="3520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[SAIBABA]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874520" y="3346704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 Name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874520" y="3520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Parul Shukla 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29000" y="3346704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Email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29000" y="3520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IN" sz="800" dirty="0">
                <a:solidFill>
                  <a:schemeClr val="bg1"/>
                </a:solidFill>
              </a:rPr>
              <a:t>parul.shukla@marwadieducation.edu.in]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0" y="4133088"/>
            <a:ext cx="1828800" cy="0"/>
          </a:xfrm>
          <a:prstGeom prst="line">
            <a:avLst/>
          </a:prstGeom>
          <a:noFill/>
          <a:ln w="15240">
            <a:solidFill>
              <a:srgbClr val="2A83D0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288536"/>
            <a:ext cx="1828800" cy="0"/>
          </a:xfrm>
          <a:prstGeom prst="line">
            <a:avLst/>
          </a:prstGeom>
          <a:noFill/>
          <a:ln w="15240">
            <a:solidFill>
              <a:srgbClr val="2A83D0">
                <a:alpha val="53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443984"/>
            <a:ext cx="1828800" cy="0"/>
          </a:xfrm>
          <a:prstGeom prst="line">
            <a:avLst/>
          </a:prstGeom>
          <a:noFill/>
          <a:ln w="15240">
            <a:solidFill>
              <a:srgbClr val="2A83D0">
                <a:alpha val="41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599432"/>
            <a:ext cx="1828800" cy="0"/>
          </a:xfrm>
          <a:prstGeom prst="line">
            <a:avLst/>
          </a:prstGeom>
          <a:noFill/>
          <a:ln w="15240">
            <a:solidFill>
              <a:srgbClr val="2A83D0">
                <a:alpha val="29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754880"/>
            <a:ext cx="1828800" cy="0"/>
          </a:xfrm>
          <a:prstGeom prst="line">
            <a:avLst/>
          </a:prstGeom>
          <a:noFill/>
          <a:ln w="15240">
            <a:solidFill>
              <a:srgbClr val="2A83D0">
                <a:alpha val="1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1005840"/>
            <a:ext cx="2194560" cy="2194560"/>
          </a:xfrm>
          <a:prstGeom prst="ellipse">
            <a:avLst/>
          </a:prstGeom>
          <a:solidFill>
            <a:srgbClr val="0D358D">
              <a:alpha val="70000"/>
            </a:srgbClr>
          </a:solidFill>
          <a:ln w="25400">
            <a:solidFill>
              <a:srgbClr val="2A83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15544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📊</a:t>
            </a:r>
            <a:endParaRPr lang="en-US" sz="5200" dirty="0"/>
          </a:p>
        </p:txBody>
      </p:sp>
      <p:sp>
        <p:nvSpPr>
          <p:cNvPr id="29" name="Text 27"/>
          <p:cNvSpPr/>
          <p:nvPr/>
        </p:nvSpPr>
        <p:spPr>
          <a:xfrm>
            <a:off x="5943600" y="33375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Law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Marwadi University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AICW Fellowship 2026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54864" cy="365760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9875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of the Project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54864" cy="365760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6276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54864" cy="365760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2677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07792"/>
            <a:ext cx="54864" cy="365760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9077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54864" cy="365760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547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the Project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987552"/>
            <a:ext cx="54864" cy="365760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9875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of Project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627632"/>
            <a:ext cx="54864" cy="365760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16276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267712"/>
            <a:ext cx="54864" cy="365760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2677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8229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dirty="0">
                <a:solidFill>
                  <a:srgbClr val="000000"/>
                </a:solidFill>
              </a:rPr>
              <a:t>⚙️</a:t>
            </a:r>
            <a:endParaRPr lang="en-US" sz="900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54864" cy="566928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98755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Overview:  </a:t>
            </a: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pipeline converting raw student feedback into faculty-specific, action-ready insights within 48 hours – vs 12–15 working days manually.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54864" cy="566928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5623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Problem:  </a:t>
            </a: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70–80% of qualitative feedback goes unanalysed. QA teams lose 40–50% of working hours each semester to manual comment review.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715768"/>
            <a:ext cx="54864" cy="566928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72491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Stack:  </a:t>
            </a: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Microsoft Excel, Power BI and Microsoft Copilot – entirely low-code so non-STEM faculty can operate it without specialist training.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584448"/>
            <a:ext cx="54864" cy="566928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59359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Impact:  </a:t>
            </a: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faster turnaround · ~70% less manual effort · ~60% more actionable themes · 100% audit-ready and NAAC / NBA traceable.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66560" y="914400"/>
            <a:ext cx="2011680" cy="2011680"/>
          </a:xfrm>
          <a:prstGeom prst="ellipse">
            <a:avLst/>
          </a:prstGeom>
          <a:solidFill>
            <a:srgbClr val="EEF2FA"/>
          </a:solidFill>
          <a:ln w="25400">
            <a:solidFill>
              <a:srgbClr val="1B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3716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🎯</a:t>
            </a:r>
            <a:endParaRPr lang="en-US" sz="5600" dirty="0"/>
          </a:p>
        </p:txBody>
      </p:sp>
      <p:sp>
        <p:nvSpPr>
          <p:cNvPr id="16" name="Shape 14"/>
          <p:cNvSpPr/>
          <p:nvPr/>
        </p:nvSpPr>
        <p:spPr>
          <a:xfrm>
            <a:off x="6675120" y="3154680"/>
            <a:ext cx="2194560" cy="1508760"/>
          </a:xfrm>
          <a:prstGeom prst="rect">
            <a:avLst/>
          </a:prstGeom>
          <a:solidFill>
            <a:srgbClr val="EEF2F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32918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Law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Marwadi University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AICW Fellowship 2026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Issues Hindering Effective Academic Feedback Intelligence Include :-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16152"/>
            <a:ext cx="54864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16152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Operational Efficiency – QA coordinators lose 40–50% of working hours to manually reading, categorising and summarising open-ended comments each semester.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83664"/>
            <a:ext cx="54864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83664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Faculty Productivity – Corrective teaching insights arrive 12–15 working days after collection, too late to benefit the cohort that raised the concern.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51176"/>
            <a:ext cx="54864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51176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in Evidence Verification – Institutions struggle to link improvement actions to source feedback rows during NAAC / NBA accreditation audits.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18688"/>
            <a:ext cx="54864" cy="457200"/>
          </a:xfrm>
          <a:prstGeom prst="rect">
            <a:avLst/>
          </a:prstGeom>
          <a:solidFill>
            <a:srgbClr val="2A83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18688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Gap – Excel cannot extract sentiment; standalone NLP tools require coding skills most non-STEM faculty do not have.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886200"/>
            <a:ext cx="54864" cy="457200"/>
          </a:xfrm>
          <a:prstGeom prst="rect">
            <a:avLst/>
          </a:prstGeom>
          <a:solidFill>
            <a:srgbClr val="2A83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886200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Breadth – Impacts faculty, HoDs, QA coordinators, IQAC, Deans and 500+ students each semester.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1005840"/>
            <a:ext cx="1783080" cy="1783080"/>
          </a:xfrm>
          <a:prstGeom prst="ellipse">
            <a:avLst/>
          </a:prstGeom>
          <a:solidFill>
            <a:srgbClr val="EEF2FA"/>
          </a:solidFill>
          <a:ln w="25400">
            <a:solidFill>
              <a:srgbClr val="1B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137160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⚠️</a:t>
            </a:r>
            <a:endParaRPr lang="en-US" sz="5200" dirty="0"/>
          </a:p>
        </p:txBody>
      </p:sp>
      <p:sp>
        <p:nvSpPr>
          <p:cNvPr id="19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 of the 3-Layer Low-Code Pipeline Include :-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1252728"/>
            <a:ext cx="384048" cy="384048"/>
          </a:xfrm>
          <a:prstGeom prst="ellipse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618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243584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Structure  (Excel + Power Query)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4813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Auto-anonymise PII, normalise 1–5 ratings, remove duplicates, run schema checks on raw CSV feedback.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2139696"/>
            <a:ext cx="384048" cy="384048"/>
          </a:xfrm>
          <a:prstGeom prst="ellipse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1488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13055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 (Microsoft Copilot / AI Chatbot)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36829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Prompt-driven sentiment tagging, theme extraction across 6 categories, per-faculty teaching-improvement actions.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3026664"/>
            <a:ext cx="384048" cy="384048"/>
          </a:xfrm>
          <a:prstGeom prst="ellipse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03580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01752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&amp; Decide  (Power BI Dashboard)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25526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sentiment trends, theme frequency charts, faculty drill-down — every insight tile traceable to source rows.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48272" y="1005840"/>
            <a:ext cx="2075688" cy="37490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8272" y="1051560"/>
            <a:ext cx="2075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48272" y="1600200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48272" y="1920240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Turnaround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days → 2 days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748272" y="2404872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48272" y="2724912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Effort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748272" y="3209544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748272" y="3529584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Insights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Course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748272" y="4014216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748272" y="4334256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0" y="384048"/>
            <a:ext cx="9144000" cy="457200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2062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132320" y="420624"/>
            <a:ext cx="1828800" cy="34747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4206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EchoLens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1920240" cy="3246120"/>
          </a:xfrm>
          <a:prstGeom prst="rect">
            <a:avLst/>
          </a:prstGeom>
          <a:solidFill>
            <a:srgbClr val="E8F4FD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960120"/>
            <a:ext cx="1920240" cy="34747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97840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Data Input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" y="134416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Forms / LMS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" y="166420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Raw CSV export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" y="195681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Ratings 1–5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" y="22494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comments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94560" y="2377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23160" y="960120"/>
            <a:ext cx="1920240" cy="3246120"/>
          </a:xfrm>
          <a:prstGeom prst="rect">
            <a:avLst/>
          </a:prstGeom>
          <a:solidFill>
            <a:srgbClr val="EEF2F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23160" y="960120"/>
            <a:ext cx="1920240" cy="34747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96312" y="97840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Cleaning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96312" y="134416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Power Query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96312" y="166420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De-duplicate rows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496312" y="195681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Anonymise PII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496312" y="22494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Normalise ratings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43400" y="2377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960120"/>
            <a:ext cx="1920240" cy="3246120"/>
          </a:xfrm>
          <a:prstGeom prst="rect">
            <a:avLst/>
          </a:prstGeom>
          <a:solidFill>
            <a:srgbClr val="F0FDF4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960120"/>
            <a:ext cx="1920240" cy="34747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97840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Analysis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45152" y="134416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45152" y="166420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Sentiment tagging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45152" y="195681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Theme extraction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45152" y="22494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 reports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92240" y="2377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20840" y="960120"/>
            <a:ext cx="1920240" cy="3246120"/>
          </a:xfrm>
          <a:prstGeom prst="rect">
            <a:avLst/>
          </a:prstGeom>
          <a:solidFill>
            <a:srgbClr val="FFF7ED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20840" y="960120"/>
            <a:ext cx="1920240" cy="34747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93992" y="97840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Dashboard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93992" y="134416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93992" y="166420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KPI cards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93992" y="195681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Trend charts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793992" y="22494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Faculty drill-down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297680"/>
            <a:ext cx="8549640" cy="475488"/>
          </a:xfrm>
          <a:prstGeom prst="rect">
            <a:avLst/>
          </a:prstGeom>
          <a:solidFill>
            <a:srgbClr val="EEF2F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334256"/>
            <a:ext cx="8366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Storage: OneDrive / SharePoint — Version-controlled, access-restricted, audit-ready    |    📄  Output: Word + PDF per-faculty action reports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Project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8869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the list of some demo screenshots / features of the project: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2608" y="1216152"/>
            <a:ext cx="2651760" cy="411480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GitHub Repository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" y="1627632"/>
            <a:ext cx="2651760" cy="3108960"/>
          </a:xfrm>
          <a:prstGeom prst="rect">
            <a:avLst/>
          </a:prstGeom>
          <a:solidFill>
            <a:srgbClr val="EEF2F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7007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project files, datasets, prompt library, workbook and presentation hosted here.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2286000"/>
            <a:ext cx="246888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>
            <a:hlinkClick r:id="rId3"/>
          </p:cNvPr>
          <p:cNvSpPr/>
          <p:nvPr/>
        </p:nvSpPr>
        <p:spPr>
          <a:xfrm>
            <a:off x="402336" y="230428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https://github.com/parulshukla2026/Parul-s-AI-Women-Project-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95528" y="2743200"/>
            <a:ext cx="1645920" cy="1645920"/>
          </a:xfrm>
          <a:prstGeom prst="rect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GitHub QR ]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63824" y="1216152"/>
            <a:ext cx="2651760" cy="411480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55264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Video Presentation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63824" y="1627632"/>
            <a:ext cx="2651760" cy="3108960"/>
          </a:xfrm>
          <a:prstGeom prst="rect">
            <a:avLst/>
          </a:prstGeom>
          <a:solidFill>
            <a:srgbClr val="EEF2F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55264" y="17007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walkthrough: raw CSV → cleaned data → Copilot insights → Power BI dashboard.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55264" y="2286000"/>
            <a:ext cx="246888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230428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video link here]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666744" y="2788920"/>
            <a:ext cx="1645920" cy="1600200"/>
          </a:xfrm>
          <a:prstGeom prst="rect">
            <a:avLst/>
          </a:prstGeom>
          <a:solidFill>
            <a:srgbClr val="1F2937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66744" y="32004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4000" dirty="0"/>
          </a:p>
        </p:txBody>
      </p:sp>
      <p:sp>
        <p:nvSpPr>
          <p:cNvPr id="23" name="Shape 21"/>
          <p:cNvSpPr/>
          <p:nvPr/>
        </p:nvSpPr>
        <p:spPr>
          <a:xfrm>
            <a:off x="6035040" y="1216152"/>
            <a:ext cx="2651760" cy="411480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Screenshots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1627632"/>
            <a:ext cx="2651760" cy="3108960"/>
          </a:xfrm>
          <a:prstGeom prst="rect">
            <a:avLst/>
          </a:prstGeom>
          <a:solidFill>
            <a:srgbClr val="EEF2F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7007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dashboard, cleaned Excel workbook and AI-generated per-faculty action report.</a:t>
            </a:r>
            <a:endParaRPr lang="en-US" sz="950" dirty="0"/>
          </a:p>
        </p:txBody>
      </p:sp>
      <p:pic>
        <p:nvPicPr>
          <p:cNvPr id="27" name="Image 0" descr="/home/claude/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286000"/>
            <a:ext cx="2468880" cy="210312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of Project Demo</a:t>
            </a:r>
            <a:endParaRPr lang="en-US" sz="2000" dirty="0"/>
          </a:p>
        </p:txBody>
      </p:sp>
      <p:pic>
        <p:nvPicPr>
          <p:cNvPr id="6" name="Image 0" descr="/home/claude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502920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1371600"/>
            <a:ext cx="3108960" cy="2194560"/>
          </a:xfrm>
          <a:prstGeom prst="rect">
            <a:avLst/>
          </a:prstGeom>
          <a:solidFill>
            <a:srgbClr val="1F2937"/>
          </a:solidFill>
          <a:ln w="25400">
            <a:solidFill>
              <a:srgbClr val="2A83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0" y="15544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5669280" y="2834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Walkthrough: raw CSV →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 → Copilot insights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Power BI dashboard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69280" y="3520440"/>
            <a:ext cx="3108960" cy="292608"/>
          </a:xfrm>
          <a:prstGeom prst="rect">
            <a:avLst/>
          </a:prstGeom>
          <a:solidFill>
            <a:srgbClr val="0D358D"/>
          </a:solidFill>
          <a:ln w="12700">
            <a:solidFill>
              <a:srgbClr val="0D358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8"/>
          <p:cNvSpPr/>
          <p:nvPr/>
        </p:nvSpPr>
        <p:spPr>
          <a:xfrm>
            <a:off x="6035040" y="35063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hlinkClick r:id="rId4"/>
              </a:rPr>
              <a:t>https://drive.google.com/file/d/1oNIbhzxQGFHrVpY6TZwoIoAdxsXoyZxV/view?usp=sharing</a:t>
            </a:r>
            <a:endParaRPr lang="en-US" sz="800" dirty="0"/>
          </a:p>
          <a:p>
            <a:pPr algn="ctr"/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669280" y="3913632"/>
            <a:ext cx="3108960" cy="32918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>
            <a:hlinkClick r:id="rId5"/>
          </p:cNvPr>
          <p:cNvSpPr/>
          <p:nvPr/>
        </p:nvSpPr>
        <p:spPr>
          <a:xfrm>
            <a:off x="5687568" y="393192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u="sng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https://github.com/parulshukla2026/Parul-s-AI-Women-Project-</a:t>
            </a:r>
            <a:endParaRPr lang="en-US" sz="680" dirty="0"/>
          </a:p>
        </p:txBody>
      </p:sp>
      <p:sp>
        <p:nvSpPr>
          <p:cNvPr id="14" name="Shape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EchoLens Dashboard — Key Features</a:t>
            </a:r>
            <a:endParaRPr lang="en-US" sz="2000" dirty="0"/>
          </a:p>
        </p:txBody>
      </p:sp>
      <p:pic>
        <p:nvPicPr>
          <p:cNvPr id="6" name="Image 0" descr="/home/claude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530352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1005840"/>
            <a:ext cx="3017520" cy="749808"/>
          </a:xfrm>
          <a:prstGeom prst="rect">
            <a:avLst/>
          </a:prstGeom>
          <a:solidFill>
            <a:srgbClr val="EEF2FA"/>
          </a:solidFill>
          <a:ln w="10160">
            <a:solidFill>
              <a:srgbClr val="1B3A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25312" y="10789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KPI Cards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faster · 100% traceable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806440" y="1920240"/>
            <a:ext cx="3017520" cy="749808"/>
          </a:xfrm>
          <a:prstGeom prst="rect">
            <a:avLst/>
          </a:prstGeom>
          <a:solidFill>
            <a:srgbClr val="E8F4FD"/>
          </a:solidFill>
          <a:ln w="10160">
            <a:solidFill>
              <a:srgbClr val="1B3A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25312" y="19933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Sentiment Index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Neutral / Negative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806440" y="2834640"/>
            <a:ext cx="3017520" cy="749808"/>
          </a:xfrm>
          <a:prstGeom prst="rect">
            <a:avLst/>
          </a:prstGeom>
          <a:solidFill>
            <a:srgbClr val="EEF2FA"/>
          </a:solidFill>
          <a:ln w="10160">
            <a:solidFill>
              <a:srgbClr val="1B3A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25312" y="29077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Course-Level Summary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law courses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806440" y="3749040"/>
            <a:ext cx="3017520" cy="749808"/>
          </a:xfrm>
          <a:prstGeom prst="rect">
            <a:avLst/>
          </a:prstGeom>
          <a:solidFill>
            <a:srgbClr val="E8F4FD"/>
          </a:solidFill>
          <a:ln w="10160">
            <a:solidFill>
              <a:srgbClr val="1B3A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25312" y="38221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Semester Trend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Autumn 2025 → Spring 2026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Description &amp; Workbook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503920" cy="621792"/>
          </a:xfrm>
          <a:prstGeom prst="rect">
            <a:avLst/>
          </a:prstGeom>
          <a:solidFill>
            <a:srgbClr val="EEF2F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 synthetic responses  ·  6 law courses  ·  8 faculty members  ·  2 semesters (Autumn 2025 &amp; Spring 2026)  ·  Realistic data-quality issues included.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64208"/>
          <a:ext cx="8503920" cy="279806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feedback row identifier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Autumn 2025 / Spring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De-identified code (F-A01 … F-A08)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rating_teaching / content / assessment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1–5 Likert scale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Open-ended free 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 (derived)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/ Neutral / Negative — AI tagged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– 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 (derived)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Materials / Pacing / Assessment / Accessibility…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– 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avg_rating (derived)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of three rating fields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– Excel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EchoLens converts unused qualitative feedback into a decision-ready pipeline that scales across departments and semesters. All AICW Fellowship objectives have been met.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591056"/>
            <a:ext cx="1920240" cy="1234440"/>
          </a:xfrm>
          <a:prstGeom prst="rect">
            <a:avLst/>
          </a:prstGeom>
          <a:solidFill>
            <a:srgbClr val="EEF2FA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91056"/>
            <a:ext cx="192024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190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2176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Turnaround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days → 2 days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1591056"/>
            <a:ext cx="1920240" cy="1234440"/>
          </a:xfrm>
          <a:prstGeom prst="rect">
            <a:avLst/>
          </a:prstGeom>
          <a:solidFill>
            <a:srgbClr val="EEF2FA"/>
          </a:solidFill>
          <a:ln w="25400">
            <a:solidFill>
              <a:srgbClr val="2A83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591056"/>
            <a:ext cx="1920240" cy="109728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7190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14600" y="2176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591056"/>
            <a:ext cx="1920240" cy="1234440"/>
          </a:xfrm>
          <a:prstGeom prst="rect">
            <a:avLst/>
          </a:prstGeom>
          <a:solidFill>
            <a:srgbClr val="EEF2FA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591056"/>
            <a:ext cx="1920240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7190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63440" y="2176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Actionable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 per Course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1591056"/>
            <a:ext cx="1920240" cy="1234440"/>
          </a:xfrm>
          <a:prstGeom prst="rect">
            <a:avLst/>
          </a:prstGeom>
          <a:solidFill>
            <a:srgbClr val="EEF2FA"/>
          </a:solidFill>
          <a:ln w="25400">
            <a:solidFill>
              <a:srgbClr val="1B3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1591056"/>
            <a:ext cx="1920240" cy="10972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7190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12280" y="2176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999232"/>
            <a:ext cx="182880" cy="182880"/>
          </a:xfrm>
          <a:prstGeom prst="ellipse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98094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 QA capacity can be redirected to curriculum design, faculty development and audit preparation.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474720"/>
            <a:ext cx="182880" cy="182880"/>
          </a:xfrm>
          <a:prstGeom prst="ellipse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4564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Within-semester intervention is possible because insights arrive before course completion.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3950208"/>
            <a:ext cx="182880" cy="182880"/>
          </a:xfrm>
          <a:prstGeom prst="ellipse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3931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 evidence (NAAC / NBA) is generated as a by-product, not a separate project.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0" y="100584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CONCLUSION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54864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 (3–6 months)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9844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Google Form / LMS API integration to remove manual CSV export step.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Multilingual support for Hindi, Gujarati and other regional languages.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249424"/>
            <a:ext cx="54864" cy="1051560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677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  (6–12 months)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56032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Predictive early-warning model flagging at-risk courses mid-semester.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90779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Auto-generated NAAC / NBA evidence pack for each accreditation cycle.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511296"/>
            <a:ext cx="54864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52958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 (1 year+)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82219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Institution-wide rollout with role-based Power BI workspaces for HoDs, Deans and IQAC.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416966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Benchmarking layer to compare departments anonymously across the university.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0" y="9144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🧠</a:t>
            </a:r>
            <a:endParaRPr lang="en-US" sz="8000" dirty="0"/>
          </a:p>
        </p:txBody>
      </p:sp>
      <p:sp>
        <p:nvSpPr>
          <p:cNvPr id="19" name="Shape 17"/>
          <p:cNvSpPr/>
          <p:nvPr/>
        </p:nvSpPr>
        <p:spPr>
          <a:xfrm>
            <a:off x="6675120" y="3017520"/>
            <a:ext cx="2194560" cy="548640"/>
          </a:xfrm>
          <a:prstGeom prst="rect">
            <a:avLst/>
          </a:prstGeom>
          <a:solidFill>
            <a:srgbClr val="EEF2F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07238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prototype → institution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57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24688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30428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AICW Fellowship  |  Faculty Project Presentation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0662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 |  Edunet Foundation  |  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316382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434340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dirty="0">
                <a:solidFill>
                  <a:srgbClr val="000000"/>
                </a:solidFill>
              </a:rPr>
              <a:t>📢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1087</Words>
  <Application>Microsoft Office PowerPoint</Application>
  <PresentationFormat>On-screen Show (16:9)</PresentationFormat>
  <Paragraphs>227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EchoLens – AI-Powered Faculty Feedback Intelligence</dc:title>
  <dc:subject>PptxGenJS Presentation</dc:subject>
  <dc:creator>PptxGenJS</dc:creator>
  <cp:lastModifiedBy>Parul Shukla</cp:lastModifiedBy>
  <cp:revision>2</cp:revision>
  <dcterms:created xsi:type="dcterms:W3CDTF">2026-05-03T11:36:17Z</dcterms:created>
  <dcterms:modified xsi:type="dcterms:W3CDTF">2026-05-03T12:38:19Z</dcterms:modified>
</cp:coreProperties>
</file>